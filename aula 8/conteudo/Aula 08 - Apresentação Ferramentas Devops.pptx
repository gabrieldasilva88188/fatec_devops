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Corbel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71978B-5C41-4E70-AFCC-B8644440482E}">
  <a:tblStyle styleId="{D671978B-5C41-4E70-AFCC-B864444048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33" Type="http://schemas.openxmlformats.org/officeDocument/2006/relationships/font" Target="fonts/Corbel-regular.fntdata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35" Type="http://schemas.openxmlformats.org/officeDocument/2006/relationships/font" Target="fonts/Corbel-italic.fntdata"/><Relationship Id="rId12" Type="http://schemas.openxmlformats.org/officeDocument/2006/relationships/slide" Target="slides/slide6.xml"/><Relationship Id="rId34" Type="http://schemas.openxmlformats.org/officeDocument/2006/relationships/font" Target="fonts/Corbel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Corbel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8dfcc5f97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8dfcc5f97_1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f8dfcc5f97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8dfcc5f97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8dfcc5f97_1_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f8dfcc5f97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dfcc5f97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dfcc5f97_1_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8dfcc5f97_1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dfcc5f97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dfcc5f97_1_3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8dfcc5f97_1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dfcc5f97_1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dfcc5f97_1_3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8dfcc5f97_1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dfcc5f97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dfcc5f97_1_4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8dfcc5f97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dfcc5f97_1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8dfcc5f97_1_5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8dfcc5f97_1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dfcc5f97_1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8dfcc5f97_1_5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8dfcc5f97_1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2049f536ecddc68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2049f536ecddc68a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h2049f536ecddc68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d051dfec_0_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8d051dfec_0_40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8d051dfec_0_4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Apresentação Ferramentas Devops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Apresentação Ferramentas Devops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Roteiro Sugerido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Demonstração Prática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Exemplo de Aplicação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Comparação e Análise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Critérios de Avaliação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Apresentar e demonstrar uma ferramenta relacionada ao ecossistema DevOps, destacando sua finalidade, funcionamento, aplicação e benefícios.</a:t>
            </a:r>
            <a:endParaRPr/>
          </a:p>
          <a:p>
            <a:pPr indent="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/>
              <a:t>Escolham uma ferramenta DevOps e preparem uma apresentação que permita à turma compreender:</a:t>
            </a:r>
            <a:endParaRPr/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Ferramentas Devops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459000" y="1982600"/>
            <a:ext cx="5637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que é a ferramenta?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Qual problema ela resolve?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Em qual etapa do DevOps ela pode ser utilizada?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Como funciona?</a:t>
            </a:r>
            <a:endParaRPr/>
          </a:p>
        </p:txBody>
      </p:sp>
      <p:sp>
        <p:nvSpPr>
          <p:cNvPr id="72" name="Google Shape;72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Ferramentas Devops</a:t>
            </a:r>
            <a:endParaRPr/>
          </a:p>
        </p:txBody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6096000" y="1982600"/>
            <a:ext cx="5637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Como utilizá-la na prática?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Quais são suas vantagens e limitações?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Como ela pode ser integrada a um projeto?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01. Introdução: Nome, categoria e contexto da ferramenta.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02. Problema: Qual necessidade ou problema ela resolve?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03. Funcionamento: Como a ferramenta funciona?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04. Aplicação no DevOps: Em qual etapa/processo ela pode ser utilizada?</a:t>
            </a:r>
            <a:endParaRPr/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Roteiro Sugerido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05. Demonstração: Exemplo prático de utilização.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06. Integração: Como ela se relaciona com outras ferramentas?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07. Vantagens e limitações: Pontos positivos, desafios e restrições.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08. Conclusão: Quando utilizar e principais aprendizados.</a:t>
            </a:r>
            <a:endParaRPr/>
          </a:p>
        </p:txBody>
      </p:sp>
      <p:sp>
        <p:nvSpPr>
          <p:cNvPr id="87" name="Google Shape;87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Roteiro Sugerido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 apresentação deve conter, sempre que possível, uma demonstração prática.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Entrada → Processo → Resultado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Durante a demonstração, explique o que está acontecendo, e não apenas mostre a tela.</a:t>
            </a:r>
            <a:endParaRPr/>
          </a:p>
        </p:txBody>
      </p:sp>
      <p:sp>
        <p:nvSpPr>
          <p:cNvPr id="94" name="Google Shape;94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Demonstração Prática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Apresente a ferramenta dentro de um contexto.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Exemplo: Uma equipe desenvolve uma aplicação web e precisa automatizar determinada atividade do processo de desenvolvimento. 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 apresentação deve durar de 15 à 20 </a:t>
            </a:r>
            <a:r>
              <a:rPr lang="pt-BR"/>
              <a:t>minutos</a:t>
            </a:r>
            <a:r>
              <a:rPr lang="pt-BR"/>
              <a:t>.</a:t>
            </a:r>
            <a:endParaRPr/>
          </a:p>
        </p:txBody>
      </p:sp>
      <p:sp>
        <p:nvSpPr>
          <p:cNvPr id="101" name="Google Shape;101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Aplicação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Comparação e Análise</a:t>
            </a:r>
            <a:endParaRPr/>
          </a:p>
        </p:txBody>
      </p:sp>
      <p:graphicFrame>
        <p:nvGraphicFramePr>
          <p:cNvPr id="108" name="Google Shape;108;p15"/>
          <p:cNvGraphicFramePr/>
          <p:nvPr/>
        </p:nvGraphicFramePr>
        <p:xfrm>
          <a:off x="1683125" y="199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{D671978B-5C41-4E70-AFCC-B8644440482E}</a:tableStyleId>
              </a:tblPr>
              <a:tblGrid>
                <a:gridCol w="2974975"/>
                <a:gridCol w="5850775"/>
              </a:tblGrid>
              <a:tr h="715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Aspecto</a:t>
                      </a:r>
                      <a:endParaRPr b="1" sz="2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Análise</a:t>
                      </a:r>
                      <a:endParaRPr b="1" sz="2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59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Facilidade de uso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 simples de aprender?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59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Integração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 quais ferramentas trabalha?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59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Automação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 que pode ser automatizado?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59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Possui versão gratuita?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59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Escalabilidade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Atende projetos maiores?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59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Limitações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Quais são suas principais restrições?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Critérios de Avaliação</a:t>
            </a:r>
            <a:endParaRPr/>
          </a:p>
        </p:txBody>
      </p:sp>
      <p:graphicFrame>
        <p:nvGraphicFramePr>
          <p:cNvPr id="115" name="Google Shape;115;p16"/>
          <p:cNvGraphicFramePr/>
          <p:nvPr/>
        </p:nvGraphicFramePr>
        <p:xfrm>
          <a:off x="2451850" y="182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{D671978B-5C41-4E70-AFCC-B8644440482E}</a:tableStyleId>
              </a:tblPr>
              <a:tblGrid>
                <a:gridCol w="6041650"/>
                <a:gridCol w="12466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Critério</a:t>
                      </a:r>
                      <a:endParaRPr b="1" sz="2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2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Peso</a:t>
                      </a:r>
                      <a:endParaRPr b="1" sz="22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Domínio e compreensão da ferramenta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Relação com DevOps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Demonstração prática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Qualidade e organização da apresentação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Análise: vantagens, limitações e aplicações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Participação e divisão entre integrantes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Clareza, comunicação e gestão do tempo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</a:t>
                      </a:r>
                      <a:endParaRPr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rgbClr val="4343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</a:t>
                      </a:r>
                      <a:endParaRPr b="1" sz="2000">
                        <a:solidFill>
                          <a:srgbClr val="4343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Organização dos Grupos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2209900"/>
            <a:ext cx="10763250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Apresentação Ferramentas Devops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