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Corbel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37" Type="http://schemas.openxmlformats.org/officeDocument/2006/relationships/font" Target="fonts/Corbel-regular.fntdata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39" Type="http://schemas.openxmlformats.org/officeDocument/2006/relationships/font" Target="fonts/Corbel-italic.fntdata"/><Relationship Id="rId16" Type="http://schemas.openxmlformats.org/officeDocument/2006/relationships/slide" Target="slides/slide11.xml"/><Relationship Id="rId38" Type="http://schemas.openxmlformats.org/officeDocument/2006/relationships/font" Target="fonts/Corbel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177593cf990db53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h177593cf990db53b_1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h177593cf990db53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177593cf990db53b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177593cf990db53b_1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177593cf990db53b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177593cf990db53b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177593cf990db53b_1_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177593cf990db53b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177593cf990db53b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177593cf990db53b_1_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177593cf990db53b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77593cf990db53b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77593cf990db53b_1_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177593cf990db53b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77593cf990db53b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177593cf990db53b_1_3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177593cf990db53b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77593cf990db53b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177593cf990db53b_1_3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177593cf990db53b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77593cf990db53b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177593cf990db53b_1_4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177593cf990db53b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77593cf990db53b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177593cf990db53b_1_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177593cf990db53b_1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77593cf990db53b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177593cf990db53b_1_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h177593cf990db53b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177593cf990db53b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177593cf990db53b_1_7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177593cf990db53b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77593cf990db53b_1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177593cf990db53b_1_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177593cf990db53b_1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77593cf990db53b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177593cf990db53b_1_8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h177593cf990db53b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77593cf990db53b_1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177593cf990db53b_1_9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177593cf990db53b_1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177593cf990db53b_1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177593cf990db53b_1_9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177593cf990db53b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d051dfec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8d051dfec_0_40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8d051dfec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deivisontakatu/aula-devops/tree/main/Ativida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deivisontakatu/projeto-devops" TargetMode="External"/><Relationship Id="rId4" Type="http://schemas.openxmlformats.org/officeDocument/2006/relationships/hyperlink" Target="https://github.com/deivisontakatu/projeto-docker" TargetMode="External"/><Relationship Id="rId5" Type="http://schemas.openxmlformats.org/officeDocument/2006/relationships/hyperlink" Target="https://github.com/deivisontakatu/projeto-kubernetes" TargetMode="External"/><Relationship Id="rId6" Type="http://schemas.openxmlformats.org/officeDocument/2006/relationships/hyperlink" Target="https://github.com/deivisontakatu/projeto-devops-testes" TargetMode="External"/><Relationship Id="rId7" Type="http://schemas.openxmlformats.org/officeDocument/2006/relationships/hyperlink" Target="https://github.com/deivisontakatu/projeto-variavel-ambient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Projeto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Desenvolvimento de uma aplicação web em grupo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Integração dos conceitos e ferramentas da disciplina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Automação do desenvolvimento, testes e implantação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Colaboração, qualidade e melhoria contínua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Link: </a:t>
            </a:r>
            <a:r>
              <a:rPr lang="pt-BR" sz="2600" u="sng">
                <a:solidFill>
                  <a:schemeClr val="hlink"/>
                </a:solidFill>
                <a:hlinkClick r:id="rId3"/>
              </a:rPr>
              <a:t>https://github.com/deivisontakatu/aula-devops/tree/main/Atividade</a:t>
            </a:r>
            <a:endParaRPr sz="2600"/>
          </a:p>
        </p:txBody>
      </p:sp>
      <p:sp>
        <p:nvSpPr>
          <p:cNvPr id="58" name="Google Shape;58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Final de DevOps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Aplicar os conceitos de DevOps na prática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Desenvolver uma aplicação web funcional e integrada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Automatizar testes, integração e deploy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Padronizar ambientes de desenvolvimento e execução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Monitorar o funcionamento da aplicação</a:t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do Projeto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Tema e funcionalidades definidos pelo grupo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Solução para um problema ou necessidade identificável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Aplicação compatível com os requisitos técnicos da disciplina</a:t>
            </a:r>
            <a:endParaRPr/>
          </a:p>
        </p:txBody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Tema do Projeto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Front-end: interface com o usuário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Back-end: regras de negócio e endpoints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Banco de dados: persistência das informações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Middleware: integração, autenticação ou validação, quando aplicável</a:t>
            </a:r>
            <a:endParaRPr/>
          </a:p>
        </p:txBody>
      </p:sp>
      <p:sp>
        <p:nvSpPr>
          <p:cNvPr id="79" name="Google Shape;79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da Aplicação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Repositório com código-fonte e documentação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Branches para funcionalidades e correções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Commits organizados e descritivos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Pull Requests para integração de alterações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Revisão de código por outros integrantes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Relacionamento entre tarefas e alterações</a:t>
            </a:r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 e GitHub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unitários: validam funções, componentes e regras de negócio isoladamente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de integração: verificam a comunicação entre componentes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E2E: validam os principais fluxos do usuário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de performance: avaliam latência, volume e erros</a:t>
            </a:r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Automatizados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Utilização do GitHub Actions ou ferramenta autorizada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Instalação das dependências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Validação da estrutura do projeto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Execução dos testes automatizados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Build da aplicação, quando aplicável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Verificações de qualidade</a:t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Contínua (CI)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Dockerfile para o back-end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Dockerfile para o front-end, quando aplicável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Configuração de portas e variáveis de ambiente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Organização dos serviços e dependências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Instruções para construção e execução dos contêineres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Demonstração da aplicação containerizada</a:t>
            </a:r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Docker e Padronização do Ambiente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Construção automatizada das imagens Docker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Implantação automatizada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Verificação após o deploy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Documentação do processo de implantação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Identificação da versão publicada</a:t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Contínua e Deploy (CD)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Registro de eventos importantes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Registro de erros relevantes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Verificação de disponibilidade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Coleta de métricas operacionais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Monitoramento do ambiente implantado ou de demonstração</a:t>
            </a:r>
            <a:endParaRPr/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Logs, Monitoramento e Observabilidade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Separação entre código e configuração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Utilização de variáveis de ambiente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Arquivo .env.example sem credenciais reais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Proteção de senhas, tokens e chaves privadas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Configuração adequada de permissões na pipeline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Verificação de vulnerabilidades, quando viável</a:t>
            </a:r>
            <a:endParaRPr/>
          </a:p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Configuração e Segurança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Repositório GitHub: código, histórico, branches e Pull Requests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Testes: testes automatizados e evidências de execução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Pipeline CI/CD: verificações, build e deploy automatizados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Docker: Dockerfiles e configuração dos serviços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Documentação: README e instruções técnicas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Aplicação implantada: endereço público ou implantação reproduzível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Apresentação técnica: demonstração dos requisitos implementados</a:t>
            </a:r>
            <a:endParaRPr sz="2800"/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Entregáveis do Projeto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Objetivo e funcionalidades da aplicação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Arquitetura e comunicação entre componentes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Organização do GitHub e fluxo de Pull Requests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Execução dos testes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Construção e execução dos contêineres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Processo de deploy</a:t>
            </a:r>
            <a:endParaRPr/>
          </a:p>
        </p:txBody>
      </p:sp>
      <p:sp>
        <p:nvSpPr>
          <p:cNvPr id="142" name="Google Shape;14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Técnica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Projeto DevOps: </a:t>
            </a:r>
            <a:r>
              <a:rPr lang="pt-BR" sz="2600" u="sng">
                <a:solidFill>
                  <a:schemeClr val="hlink"/>
                </a:solidFill>
                <a:hlinkClick r:id="rId3"/>
              </a:rPr>
              <a:t>https://github.com/deivisontakatu/projeto-devops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Projeto Docker: </a:t>
            </a:r>
            <a:r>
              <a:rPr lang="pt-BR" sz="2600" u="sng">
                <a:solidFill>
                  <a:schemeClr val="hlink"/>
                </a:solidFill>
                <a:hlinkClick r:id="rId4"/>
              </a:rPr>
              <a:t>https://github.com/deivisontakatu/projeto-docker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Projeto Kubernetes: </a:t>
            </a:r>
            <a:r>
              <a:rPr lang="pt-BR" sz="2600" u="sng">
                <a:solidFill>
                  <a:schemeClr val="hlink"/>
                </a:solidFill>
                <a:hlinkClick r:id="rId5"/>
              </a:rPr>
              <a:t>https://github.com/deivisontakatu/projeto-kubernetes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DevOps com GitHub Actions e testes: </a:t>
            </a:r>
            <a:r>
              <a:rPr lang="pt-BR" sz="2600" u="sng">
                <a:solidFill>
                  <a:schemeClr val="hlink"/>
                </a:solidFill>
                <a:hlinkClick r:id="rId6"/>
              </a:rPr>
              <a:t>https://github.com/deivisontakatu/projeto-devops-testes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Variáveis de ambiente: </a:t>
            </a:r>
            <a:r>
              <a:rPr lang="pt-BR" sz="2600" u="sng">
                <a:solidFill>
                  <a:schemeClr val="hlink"/>
                </a:solidFill>
                <a:hlinkClick r:id="rId7"/>
              </a:rPr>
              <a:t>https://github.com/deivisontakatu/projeto-variavel-ambiente</a:t>
            </a:r>
            <a:endParaRPr sz="2600"/>
          </a:p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Materiais de Apoio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Aplicação web funcional e integrada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Desenvolvimento colaborativo com Git e GitHub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automatizados executáveis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Integração contínua configurada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Ambiente padronizado com Docker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Entrega e implantação automatizadas</a:t>
            </a:r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 Esperado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Projeto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